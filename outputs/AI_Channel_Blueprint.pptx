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0C4A6E">
              <a:alpha val="50000"/>
            </a:srgbClr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EXPLAINER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THAT RUNS ITSELF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828800" y="2468880"/>
            <a:ext cx="5486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Strategy  ·  Content Automation  ·  Monetization Roadmap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Ady  |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Explainer Channel Blueprint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Explainer Content Is Exploding Right Now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192024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737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'AI explained' searches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1554480"/>
            <a:ext cx="1920240" cy="2103120"/>
          </a:xfrm>
          <a:prstGeom prst="rect">
            <a:avLst/>
          </a:prstGeom>
          <a:solidFill>
            <a:srgbClr val="0C4A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737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$15-35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23160" y="2514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advertisers pay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 content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554480"/>
            <a:ext cx="192024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737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0" y="2514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want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AI but can't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554480"/>
            <a:ext cx="1920240" cy="2103120"/>
          </a:xfrm>
          <a:prstGeom prst="rect">
            <a:avLst/>
          </a:prstGeom>
          <a:solidFill>
            <a:srgbClr val="0C4A6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737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20840" y="2514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explainers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8595360" cy="68580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feel AI is happening TO them, not FOR them. You become the guide who changes that.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NICHE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Explainer Channel Blueprint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Explained Simply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Cleo Abram-style explainer content for AI, ML &amp; emerging tech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54864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93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Explainers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" y="2340864"/>
            <a:ext cx="38404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a neural network?"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ChatGPT actually work?"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analogies, no jargon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92024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920240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993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Deep Dives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2340864"/>
            <a:ext cx="38404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tested [AI tool] for 30 days"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walkthroughs, real results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affiliate potential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3756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410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Explainers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" y="3758184"/>
            <a:ext cx="38404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"GPT-5 launched — what changes?"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content drives traffic spikes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authority &amp; trust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33756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337560"/>
            <a:ext cx="54864" cy="1234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3410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Stories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73168" y="3758184"/>
            <a:ext cx="38404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is changing healthcare forever"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Human-centered storytelling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watch time + shares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Explainer Channel Blueprint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Cleo Abram Formula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1554480" cy="2926080"/>
          </a:xfrm>
          <a:prstGeom prst="rect">
            <a:avLst/>
          </a:prstGeom>
          <a:solidFill>
            <a:srgbClr val="0C2D4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94360" y="2148840"/>
            <a:ext cx="914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Wonder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78892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surprising fact or question.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NEVER: "Today I'm going to explain..."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93392" y="1554480"/>
            <a:ext cx="1554480" cy="2926080"/>
          </a:xfrm>
          <a:prstGeom prst="rect">
            <a:avLst/>
          </a:prstGeom>
          <a:solidFill>
            <a:srgbClr val="0F3D5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313432" y="2148840"/>
            <a:ext cx="914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Analogies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39112" y="278892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neural networks to brains.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unfamiliar feel familiar.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12464" y="1554480"/>
            <a:ext cx="1554480" cy="2926080"/>
          </a:xfrm>
          <a:prstGeom prst="rect">
            <a:avLst/>
          </a:prstGeom>
          <a:solidFill>
            <a:srgbClr val="0C2D4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032504" y="2148840"/>
            <a:ext cx="914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Don't Tell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58184" y="278892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recordings, animations,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every time.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31536" y="1554480"/>
            <a:ext cx="1554480" cy="2926080"/>
          </a:xfrm>
          <a:prstGeom prst="rect">
            <a:avLst/>
          </a:prstGeom>
          <a:solidFill>
            <a:srgbClr val="0F3D5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751576" y="2148840"/>
            <a:ext cx="914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31536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POV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77256" y="278892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about AI, honest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limitations. People follow voices.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50608" y="1554480"/>
            <a:ext cx="1554480" cy="2926080"/>
          </a:xfrm>
          <a:prstGeom prst="rect">
            <a:avLst/>
          </a:prstGeom>
          <a:solidFill>
            <a:srgbClr val="0C2D4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0608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470648" y="2148840"/>
            <a:ext cx="914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Reflection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96328" y="278892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this mean for you?"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comments &amp; repeat viewers.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Explainer Channel Blueprint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Create-Once, Publish-Everywhere System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1508760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087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1 Video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(7-10 min)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19202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1508760"/>
            <a:ext cx="150876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5087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Auto-Edits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(CapCut/Descript)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19202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1508760"/>
            <a:ext cx="150876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5087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19202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1508760"/>
            <a:ext cx="150876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5087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Auto-Post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TikTok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9202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508760"/>
            <a:ext cx="150876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5087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video = 5 pieces of content across 5 platforms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26080"/>
            <a:ext cx="54864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(Free)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" y="3346704"/>
            <a:ext cx="17373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 writes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drafts in minutes.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record &amp; refine.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23160" y="292608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23160" y="2926080"/>
            <a:ext cx="54864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32888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(Free)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532888" y="3346704"/>
            <a:ext cx="17373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CapCut: AI captions,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 removal, auto-zoom.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Game-changer for beginners.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292608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2926080"/>
            <a:ext cx="54864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Thumbnails (Free)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81728" y="3346704"/>
            <a:ext cx="17373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templates — swap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photo in 10 min.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+ bold text = clicks.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20840" y="292608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20840" y="2926080"/>
            <a:ext cx="54864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0568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($25/mo)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30568" y="3346704"/>
            <a:ext cx="17373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Repurpose.io posts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TikTok, LinkedIn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when YouTube goes live.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Explainer Channel Blueprint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You'll Actually Make Money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1920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8483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Marketing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pay 30-45%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commissions.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Jasper, Copy.ai, Notion,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Descript, ConvertKit.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150876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508760"/>
            <a:ext cx="192024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2+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08483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514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Packs ($9-15)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Templates ($15-25)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Guides ($5-10)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one weekend.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50876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508760"/>
            <a:ext cx="19202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08483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Micro-Sponsorships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2514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startups actively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small channels.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engaged subs = deals.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$100-500 per mention.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1508760"/>
            <a:ext cx="1920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508760"/>
            <a:ext cx="19202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08483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2514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subs + 4K hours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Partner Program.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earns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$15-35 CPM (2-3x avg).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PROJECTION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Explainer Channel Blueprint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Income by Month 12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301752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73736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$0-20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affiliate clicks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$30-80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Affiliate + 1st product sale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200-500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$100-250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Affiliate + products + 1st sponsor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500-1,200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$300-600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streams + YouTube 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AE6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2,000-5,000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$800-2,500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 growth, all streams 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2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0C2D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YouTube Partner Program requires 1,000 subscribers + 4,000 watch hours. Affiliate income can start week one.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ROADMAP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Explainer Channel Blueprint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90 Days — Step by Step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269748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1-7: Foundation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2084832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0665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YouTube + Instagram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2542032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5237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channel art (Canva)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" y="2999232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809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channel trailer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4048" y="3456432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4381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 affiliate programs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" y="3913632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8953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first 3 videos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54680" y="15087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1508760"/>
            <a:ext cx="26974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150876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8-30: Launch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64408" y="20848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20665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Video 1: How ChatGPT Works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64408" y="25420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25237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Video 2: AI Tool Test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64408" y="29992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2152" y="29809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Video 3: ML Explained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64408" y="34564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4381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3 Reels + 2 carousels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64408" y="39136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38953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first digital product (Gumroad)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35040" y="15087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508760"/>
            <a:ext cx="26974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150876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31-90: Momentum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44768" y="20848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20665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videos/week consistently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44768" y="25420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25237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Repurpose.io automation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44768" y="29992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2512" y="29809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email newsletter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144768" y="34564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34381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3 AI companies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144768" y="39136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2512" y="38953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500 subscribers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Explainer Channel Blueprint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640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Complete Free &amp; Paid Toolkit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08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04825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CapCut — edit + AI captions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4780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Canva — thumbnails + carousels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90779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Perplexity AI — research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3375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/ ChatGPT — scripting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37673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 Studio — screen record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419709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TubeBuddy — YouTube SEO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54680" y="150876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508760"/>
            <a:ext cx="269748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508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Tools (&lt;$50/mo)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04825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 $12 — edit by transcript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24780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Buffer $6 — schedule social posts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91840" y="290779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Repurpose.io $25 — auto-distribute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91840" y="33375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vidIQ $7 — advanced analytics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91840" y="37673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ConvertKit $0-9 — email list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91840" y="419709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Gumroad $0 — sell products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150876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508760"/>
            <a:ext cx="2697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508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Programs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204825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Jasper AI — 30% recurring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72200" y="24780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Copy.ai — 45% first year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72200" y="290779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 — 15% recurring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72200" y="33375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Notion — $10/Pro referral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72200" y="37673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ConvertKit — 30% for life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72200" y="419709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Midjourney — referral bonuses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6400800" cy="6400800"/>
          </a:xfrm>
          <a:prstGeom prst="ellipse">
            <a:avLst/>
          </a:prstGeom>
          <a:solidFill>
            <a:srgbClr val="0C2D48">
              <a:alpha val="80000"/>
            </a:srgbClr>
          </a:solidFill>
          <a:ln w="12700">
            <a:solidFill>
              <a:srgbClr val="0C2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914400"/>
            <a:ext cx="5486400" cy="54864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time to start was yesterday.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best time is today.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828800" y="2514600"/>
            <a:ext cx="5486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7432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Day 1: Create channel + sign up for 2 affiliate programs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31546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Day 2: Script your first video with AI assistance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3566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Day 3: Record, edit (CapCut), and upload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39776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Week 2: Start Instagram, post first Reel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43891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Month 1: Publish 4 videos and create a digital product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audience is waiting. They just don't know you exist yet.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Explainer Channel Blueprint</dc:title>
  <dc:subject>PptxGenJS Presentation</dc:subject>
  <dc:creator>PptxGenJS</dc:creator>
  <cp:lastModifiedBy>PptxGenJS</cp:lastModifiedBy>
  <cp:revision>1</cp:revision>
  <dcterms:created xsi:type="dcterms:W3CDTF">2026-05-11T19:49:22Z</dcterms:created>
  <dcterms:modified xsi:type="dcterms:W3CDTF">2026-05-11T19:49:22Z</dcterms:modified>
</cp:coreProperties>
</file>